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AB2177-84AE-476B-9ED5-457AC494506C}" v="47" dt="2026-02-10T10:45:25.2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thilesh Satta" userId="c89bcbbc019c0d88" providerId="LiveId" clId="{9FB8001C-2030-4739-B767-B99D0E9C8EB7}"/>
    <pc:docChg chg="undo custSel addSld modSld">
      <pc:chgData name="Mithilesh Satta" userId="c89bcbbc019c0d88" providerId="LiveId" clId="{9FB8001C-2030-4739-B767-B99D0E9C8EB7}" dt="2026-02-10T10:48:39.444" v="1178" actId="14100"/>
      <pc:docMkLst>
        <pc:docMk/>
      </pc:docMkLst>
      <pc:sldChg chg="addSp delSp modSp mod">
        <pc:chgData name="Mithilesh Satta" userId="c89bcbbc019c0d88" providerId="LiveId" clId="{9FB8001C-2030-4739-B767-B99D0E9C8EB7}" dt="2026-02-10T10:03:16.665" v="168" actId="1076"/>
        <pc:sldMkLst>
          <pc:docMk/>
          <pc:sldMk cId="1005412950" sldId="256"/>
        </pc:sldMkLst>
        <pc:spChg chg="mod">
          <ac:chgData name="Mithilesh Satta" userId="c89bcbbc019c0d88" providerId="LiveId" clId="{9FB8001C-2030-4739-B767-B99D0E9C8EB7}" dt="2026-02-10T10:03:16.665" v="168" actId="1076"/>
          <ac:spMkLst>
            <pc:docMk/>
            <pc:sldMk cId="1005412950" sldId="256"/>
            <ac:spMk id="2" creationId="{757D4682-49B8-CD6E-136C-B0F691776A90}"/>
          </ac:spMkLst>
        </pc:spChg>
        <pc:spChg chg="mod">
          <ac:chgData name="Mithilesh Satta" userId="c89bcbbc019c0d88" providerId="LiveId" clId="{9FB8001C-2030-4739-B767-B99D0E9C8EB7}" dt="2026-02-10T09:58:54.045" v="27" actId="1076"/>
          <ac:spMkLst>
            <pc:docMk/>
            <pc:sldMk cId="1005412950" sldId="256"/>
            <ac:spMk id="3" creationId="{FB4D6310-37B0-B992-9686-DB0C23E3E4A8}"/>
          </ac:spMkLst>
        </pc:spChg>
        <pc:spChg chg="add mod">
          <ac:chgData name="Mithilesh Satta" userId="c89bcbbc019c0d88" providerId="LiveId" clId="{9FB8001C-2030-4739-B767-B99D0E9C8EB7}" dt="2026-02-10T09:58:20.927" v="18" actId="767"/>
          <ac:spMkLst>
            <pc:docMk/>
            <pc:sldMk cId="1005412950" sldId="256"/>
            <ac:spMk id="4" creationId="{D8216E7F-519E-E4FD-2E08-FA95C35B1B2F}"/>
          </ac:spMkLst>
        </pc:spChg>
        <pc:spChg chg="add mod">
          <ac:chgData name="Mithilesh Satta" userId="c89bcbbc019c0d88" providerId="LiveId" clId="{9FB8001C-2030-4739-B767-B99D0E9C8EB7}" dt="2026-02-10T09:58:18.918" v="17" actId="14100"/>
          <ac:spMkLst>
            <pc:docMk/>
            <pc:sldMk cId="1005412950" sldId="256"/>
            <ac:spMk id="5" creationId="{7236E1FB-4053-B948-7814-FE30A00D34B2}"/>
          </ac:spMkLst>
        </pc:spChg>
        <pc:spChg chg="add del mod">
          <ac:chgData name="Mithilesh Satta" userId="c89bcbbc019c0d88" providerId="LiveId" clId="{9FB8001C-2030-4739-B767-B99D0E9C8EB7}" dt="2026-02-10T09:59:46.603" v="40"/>
          <ac:spMkLst>
            <pc:docMk/>
            <pc:sldMk cId="1005412950" sldId="256"/>
            <ac:spMk id="6" creationId="{504198D1-65DB-EF32-1BE4-11E40FA32BD4}"/>
          </ac:spMkLst>
        </pc:spChg>
        <pc:spChg chg="add del mod">
          <ac:chgData name="Mithilesh Satta" userId="c89bcbbc019c0d88" providerId="LiveId" clId="{9FB8001C-2030-4739-B767-B99D0E9C8EB7}" dt="2026-02-10T10:00:05.662" v="61"/>
          <ac:spMkLst>
            <pc:docMk/>
            <pc:sldMk cId="1005412950" sldId="256"/>
            <ac:spMk id="7" creationId="{7BB29439-BD1C-93D5-0D5B-F7A0C2B0C832}"/>
          </ac:spMkLst>
        </pc:spChg>
        <pc:spChg chg="add del mod">
          <ac:chgData name="Mithilesh Satta" userId="c89bcbbc019c0d88" providerId="LiveId" clId="{9FB8001C-2030-4739-B767-B99D0E9C8EB7}" dt="2026-02-10T09:59:46.590" v="38" actId="478"/>
          <ac:spMkLst>
            <pc:docMk/>
            <pc:sldMk cId="1005412950" sldId="256"/>
            <ac:spMk id="8" creationId="{F25F82E9-72C2-E48E-6063-1B4ADF4FDE8A}"/>
          </ac:spMkLst>
        </pc:spChg>
        <pc:spChg chg="add mod">
          <ac:chgData name="Mithilesh Satta" userId="c89bcbbc019c0d88" providerId="LiveId" clId="{9FB8001C-2030-4739-B767-B99D0E9C8EB7}" dt="2026-02-10T10:01:27.047" v="153" actId="1076"/>
          <ac:spMkLst>
            <pc:docMk/>
            <pc:sldMk cId="1005412950" sldId="256"/>
            <ac:spMk id="9" creationId="{F3534AC3-BE6A-504D-E7F1-C95C6BE1D441}"/>
          </ac:spMkLst>
        </pc:spChg>
        <pc:picChg chg="add mod">
          <ac:chgData name="Mithilesh Satta" userId="c89bcbbc019c0d88" providerId="LiveId" clId="{9FB8001C-2030-4739-B767-B99D0E9C8EB7}" dt="2026-02-10T10:01:53.270" v="158" actId="14100"/>
          <ac:picMkLst>
            <pc:docMk/>
            <pc:sldMk cId="1005412950" sldId="256"/>
            <ac:picMk id="11" creationId="{B8C55C06-973D-7704-394F-FF2EB4DAB549}"/>
          </ac:picMkLst>
        </pc:picChg>
      </pc:sldChg>
      <pc:sldChg chg="addSp delSp modSp new mod">
        <pc:chgData name="Mithilesh Satta" userId="c89bcbbc019c0d88" providerId="LiveId" clId="{9FB8001C-2030-4739-B767-B99D0E9C8EB7}" dt="2026-02-10T10:13:53.136" v="232" actId="21"/>
        <pc:sldMkLst>
          <pc:docMk/>
          <pc:sldMk cId="832422022" sldId="257"/>
        </pc:sldMkLst>
        <pc:spChg chg="mod">
          <ac:chgData name="Mithilesh Satta" userId="c89bcbbc019c0d88" providerId="LiveId" clId="{9FB8001C-2030-4739-B767-B99D0E9C8EB7}" dt="2026-02-10T10:03:30.009" v="170" actId="1076"/>
          <ac:spMkLst>
            <pc:docMk/>
            <pc:sldMk cId="832422022" sldId="257"/>
            <ac:spMk id="2" creationId="{D689974C-D68A-B1B9-156A-0309FEF168E2}"/>
          </ac:spMkLst>
        </pc:spChg>
        <pc:spChg chg="del">
          <ac:chgData name="Mithilesh Satta" userId="c89bcbbc019c0d88" providerId="LiveId" clId="{9FB8001C-2030-4739-B767-B99D0E9C8EB7}" dt="2026-02-10T10:03:43.864" v="171"/>
          <ac:spMkLst>
            <pc:docMk/>
            <pc:sldMk cId="832422022" sldId="257"/>
            <ac:spMk id="3" creationId="{0336EF5C-4751-E0EF-DC66-C8423452CD06}"/>
          </ac:spMkLst>
        </pc:spChg>
        <pc:spChg chg="add mod">
          <ac:chgData name="Mithilesh Satta" userId="c89bcbbc019c0d88" providerId="LiveId" clId="{9FB8001C-2030-4739-B767-B99D0E9C8EB7}" dt="2026-02-10T10:13:49.282" v="231"/>
          <ac:spMkLst>
            <pc:docMk/>
            <pc:sldMk cId="832422022" sldId="257"/>
            <ac:spMk id="4" creationId="{E761B9EC-0E2A-FD18-9C5F-02E0C54F3A7D}"/>
          </ac:spMkLst>
        </pc:spChg>
        <pc:picChg chg="add mod">
          <ac:chgData name="Mithilesh Satta" userId="c89bcbbc019c0d88" providerId="LiveId" clId="{9FB8001C-2030-4739-B767-B99D0E9C8EB7}" dt="2026-02-10T10:10:09.130" v="230" actId="1076"/>
          <ac:picMkLst>
            <pc:docMk/>
            <pc:sldMk cId="832422022" sldId="257"/>
            <ac:picMk id="6" creationId="{3E498212-063C-FF67-C8DC-5FEDFD911EB8}"/>
          </ac:picMkLst>
        </pc:picChg>
        <pc:picChg chg="del">
          <ac:chgData name="Mithilesh Satta" userId="c89bcbbc019c0d88" providerId="LiveId" clId="{9FB8001C-2030-4739-B767-B99D0E9C8EB7}" dt="2026-02-10T10:13:53.136" v="232" actId="21"/>
          <ac:picMkLst>
            <pc:docMk/>
            <pc:sldMk cId="832422022" sldId="257"/>
            <ac:picMk id="7" creationId="{E834F871-1AFD-123B-5A09-6DFB4BAD76DA}"/>
          </ac:picMkLst>
        </pc:picChg>
      </pc:sldChg>
      <pc:sldChg chg="addSp delSp modSp new mod">
        <pc:chgData name="Mithilesh Satta" userId="c89bcbbc019c0d88" providerId="LiveId" clId="{9FB8001C-2030-4739-B767-B99D0E9C8EB7}" dt="2026-02-10T10:32:40.390" v="334" actId="313"/>
        <pc:sldMkLst>
          <pc:docMk/>
          <pc:sldMk cId="49013194" sldId="258"/>
        </pc:sldMkLst>
        <pc:spChg chg="mod">
          <ac:chgData name="Mithilesh Satta" userId="c89bcbbc019c0d88" providerId="LiveId" clId="{9FB8001C-2030-4739-B767-B99D0E9C8EB7}" dt="2026-02-10T10:30:59.241" v="320" actId="1076"/>
          <ac:spMkLst>
            <pc:docMk/>
            <pc:sldMk cId="49013194" sldId="258"/>
            <ac:spMk id="2" creationId="{A29D46B1-5590-BA05-235C-A63303DE8E8C}"/>
          </ac:spMkLst>
        </pc:spChg>
        <pc:spChg chg="del mod">
          <ac:chgData name="Mithilesh Satta" userId="c89bcbbc019c0d88" providerId="LiveId" clId="{9FB8001C-2030-4739-B767-B99D0E9C8EB7}" dt="2026-02-10T10:24:05.033" v="282" actId="931"/>
          <ac:spMkLst>
            <pc:docMk/>
            <pc:sldMk cId="49013194" sldId="258"/>
            <ac:spMk id="3" creationId="{20818471-2C69-E082-F1DF-6BAEFC8F8A16}"/>
          </ac:spMkLst>
        </pc:spChg>
        <pc:spChg chg="add del mod">
          <ac:chgData name="Mithilesh Satta" userId="c89bcbbc019c0d88" providerId="LiveId" clId="{9FB8001C-2030-4739-B767-B99D0E9C8EB7}" dt="2026-02-10T10:28:47.336" v="296" actId="931"/>
          <ac:spMkLst>
            <pc:docMk/>
            <pc:sldMk cId="49013194" sldId="258"/>
            <ac:spMk id="8" creationId="{536431AD-6C40-DB7A-CB32-02EF08EE6E2F}"/>
          </ac:spMkLst>
        </pc:spChg>
        <pc:spChg chg="add del mod">
          <ac:chgData name="Mithilesh Satta" userId="c89bcbbc019c0d88" providerId="LiveId" clId="{9FB8001C-2030-4739-B767-B99D0E9C8EB7}" dt="2026-02-10T10:31:27.337" v="324"/>
          <ac:spMkLst>
            <pc:docMk/>
            <pc:sldMk cId="49013194" sldId="258"/>
            <ac:spMk id="11" creationId="{A7B63542-E1D5-7924-6975-BAC0581C3DED}"/>
          </ac:spMkLst>
        </pc:spChg>
        <pc:spChg chg="add mod">
          <ac:chgData name="Mithilesh Satta" userId="c89bcbbc019c0d88" providerId="LiveId" clId="{9FB8001C-2030-4739-B767-B99D0E9C8EB7}" dt="2026-02-10T10:32:40.390" v="334" actId="313"/>
          <ac:spMkLst>
            <pc:docMk/>
            <pc:sldMk cId="49013194" sldId="258"/>
            <ac:spMk id="12" creationId="{E2A5C098-451F-C945-E1CB-E3322443B842}"/>
          </ac:spMkLst>
        </pc:spChg>
        <pc:picChg chg="mod">
          <ac:chgData name="Mithilesh Satta" userId="c89bcbbc019c0d88" providerId="LiveId" clId="{9FB8001C-2030-4739-B767-B99D0E9C8EB7}" dt="2026-02-10T10:29:33.270" v="311" actId="1076"/>
          <ac:picMkLst>
            <pc:docMk/>
            <pc:sldMk cId="49013194" sldId="258"/>
            <ac:picMk id="4" creationId="{7B94C6E0-4F3A-5310-B996-60E4D465C114}"/>
          </ac:picMkLst>
        </pc:picChg>
        <pc:picChg chg="add del mod ord">
          <ac:chgData name="Mithilesh Satta" userId="c89bcbbc019c0d88" providerId="LiveId" clId="{9FB8001C-2030-4739-B767-B99D0E9C8EB7}" dt="2026-02-10T10:28:41.643" v="295" actId="21"/>
          <ac:picMkLst>
            <pc:docMk/>
            <pc:sldMk cId="49013194" sldId="258"/>
            <ac:picMk id="6" creationId="{6AEE1D61-8894-EF8D-4CFA-13F3C14D3EDB}"/>
          </ac:picMkLst>
        </pc:picChg>
        <pc:picChg chg="add mod ord">
          <ac:chgData name="Mithilesh Satta" userId="c89bcbbc019c0d88" providerId="LiveId" clId="{9FB8001C-2030-4739-B767-B99D0E9C8EB7}" dt="2026-02-10T10:29:32.311" v="310" actId="1076"/>
          <ac:picMkLst>
            <pc:docMk/>
            <pc:sldMk cId="49013194" sldId="258"/>
            <ac:picMk id="10" creationId="{7B70D560-6436-EDDE-A185-3B0BD817A571}"/>
          </ac:picMkLst>
        </pc:picChg>
      </pc:sldChg>
      <pc:sldChg chg="addSp delSp modSp new mod">
        <pc:chgData name="Mithilesh Satta" userId="c89bcbbc019c0d88" providerId="LiveId" clId="{9FB8001C-2030-4739-B767-B99D0E9C8EB7}" dt="2026-02-10T10:36:33.844" v="1025" actId="20577"/>
        <pc:sldMkLst>
          <pc:docMk/>
          <pc:sldMk cId="880923525" sldId="259"/>
        </pc:sldMkLst>
        <pc:spChg chg="mod">
          <ac:chgData name="Mithilesh Satta" userId="c89bcbbc019c0d88" providerId="LiveId" clId="{9FB8001C-2030-4739-B767-B99D0E9C8EB7}" dt="2026-02-10T10:33:49.760" v="341" actId="14100"/>
          <ac:spMkLst>
            <pc:docMk/>
            <pc:sldMk cId="880923525" sldId="259"/>
            <ac:spMk id="2" creationId="{FC5E20E1-0EAA-EC33-BA94-206E604C8C24}"/>
          </ac:spMkLst>
        </pc:spChg>
        <pc:spChg chg="add del mod">
          <ac:chgData name="Mithilesh Satta" userId="c89bcbbc019c0d88" providerId="LiveId" clId="{9FB8001C-2030-4739-B767-B99D0E9C8EB7}" dt="2026-02-10T10:22:23.111" v="268" actId="931"/>
          <ac:spMkLst>
            <pc:docMk/>
            <pc:sldMk cId="880923525" sldId="259"/>
            <ac:spMk id="3" creationId="{9B0B91CF-1C49-38F1-68EE-7E876B2559D2}"/>
          </ac:spMkLst>
        </pc:spChg>
        <pc:spChg chg="add del mod">
          <ac:chgData name="Mithilesh Satta" userId="c89bcbbc019c0d88" providerId="LiveId" clId="{9FB8001C-2030-4739-B767-B99D0E9C8EB7}" dt="2026-02-10T10:22:41.219" v="270" actId="931"/>
          <ac:spMkLst>
            <pc:docMk/>
            <pc:sldMk cId="880923525" sldId="259"/>
            <ac:spMk id="9" creationId="{FD252F45-35D7-3B59-79FC-F4BAE9197A8C}"/>
          </ac:spMkLst>
        </pc:spChg>
        <pc:spChg chg="add del mod">
          <ac:chgData name="Mithilesh Satta" userId="c89bcbbc019c0d88" providerId="LiveId" clId="{9FB8001C-2030-4739-B767-B99D0E9C8EB7}" dt="2026-02-10T10:28:17.685" v="291" actId="931"/>
          <ac:spMkLst>
            <pc:docMk/>
            <pc:sldMk cId="880923525" sldId="259"/>
            <ac:spMk id="13" creationId="{7BADBC3B-C0DC-A7FA-1D9B-EA6684445497}"/>
          </ac:spMkLst>
        </pc:spChg>
        <pc:spChg chg="add mod">
          <ac:chgData name="Mithilesh Satta" userId="c89bcbbc019c0d88" providerId="LiveId" clId="{9FB8001C-2030-4739-B767-B99D0E9C8EB7}" dt="2026-02-10T10:36:33.844" v="1025" actId="20577"/>
          <ac:spMkLst>
            <pc:docMk/>
            <pc:sldMk cId="880923525" sldId="259"/>
            <ac:spMk id="16" creationId="{2FA92D2E-7E7F-7C54-0EAC-A62725534A28}"/>
          </ac:spMkLst>
        </pc:spChg>
        <pc:picChg chg="mod">
          <ac:chgData name="Mithilesh Satta" userId="c89bcbbc019c0d88" providerId="LiveId" clId="{9FB8001C-2030-4739-B767-B99D0E9C8EB7}" dt="2026-02-10T10:28:27.817" v="293" actId="1076"/>
          <ac:picMkLst>
            <pc:docMk/>
            <pc:sldMk cId="880923525" sldId="259"/>
            <ac:picMk id="4" creationId="{D8D7942E-D18D-AFB6-6E2D-56EEF8400143}"/>
          </ac:picMkLst>
        </pc:picChg>
        <pc:picChg chg="add del mod ord">
          <ac:chgData name="Mithilesh Satta" userId="c89bcbbc019c0d88" providerId="LiveId" clId="{9FB8001C-2030-4739-B767-B99D0E9C8EB7}" dt="2026-02-10T10:22:07.068" v="267" actId="34307"/>
          <ac:picMkLst>
            <pc:docMk/>
            <pc:sldMk cId="880923525" sldId="259"/>
            <ac:picMk id="5" creationId="{C34DF687-2020-260D-591D-F9148B60EFE4}"/>
          </ac:picMkLst>
        </pc:picChg>
        <pc:picChg chg="add del mod ord">
          <ac:chgData name="Mithilesh Satta" userId="c89bcbbc019c0d88" providerId="LiveId" clId="{9FB8001C-2030-4739-B767-B99D0E9C8EB7}" dt="2026-02-10T10:22:31.639" v="269" actId="21"/>
          <ac:picMkLst>
            <pc:docMk/>
            <pc:sldMk cId="880923525" sldId="259"/>
            <ac:picMk id="7" creationId="{82D14D21-AA7D-DBDD-34B6-0DB109AADCEC}"/>
          </ac:picMkLst>
        </pc:picChg>
        <pc:picChg chg="add del mod ord">
          <ac:chgData name="Mithilesh Satta" userId="c89bcbbc019c0d88" providerId="LiveId" clId="{9FB8001C-2030-4739-B767-B99D0E9C8EB7}" dt="2026-02-10T10:28:00.079" v="290" actId="21"/>
          <ac:picMkLst>
            <pc:docMk/>
            <pc:sldMk cId="880923525" sldId="259"/>
            <ac:picMk id="11" creationId="{77276B45-247A-31AA-BFB9-E13C23C238EE}"/>
          </ac:picMkLst>
        </pc:picChg>
        <pc:picChg chg="add mod ord">
          <ac:chgData name="Mithilesh Satta" userId="c89bcbbc019c0d88" providerId="LiveId" clId="{9FB8001C-2030-4739-B767-B99D0E9C8EB7}" dt="2026-02-10T10:28:31.153" v="294" actId="1076"/>
          <ac:picMkLst>
            <pc:docMk/>
            <pc:sldMk cId="880923525" sldId="259"/>
            <ac:picMk id="15" creationId="{97DD1EAE-D9A3-3D4C-EBC3-843F56503682}"/>
          </ac:picMkLst>
        </pc:picChg>
      </pc:sldChg>
      <pc:sldChg chg="addSp delSp modSp new mod">
        <pc:chgData name="Mithilesh Satta" userId="c89bcbbc019c0d88" providerId="LiveId" clId="{9FB8001C-2030-4739-B767-B99D0E9C8EB7}" dt="2026-02-10T10:38:50.531" v="1048" actId="1076"/>
        <pc:sldMkLst>
          <pc:docMk/>
          <pc:sldMk cId="2524764929" sldId="260"/>
        </pc:sldMkLst>
        <pc:spChg chg="mod">
          <ac:chgData name="Mithilesh Satta" userId="c89bcbbc019c0d88" providerId="LiveId" clId="{9FB8001C-2030-4739-B767-B99D0E9C8EB7}" dt="2026-02-10T10:37:31.965" v="1031" actId="1076"/>
          <ac:spMkLst>
            <pc:docMk/>
            <pc:sldMk cId="2524764929" sldId="260"/>
            <ac:spMk id="2" creationId="{57E1003C-1EA6-8EF2-C1CB-99C7BE8F19D9}"/>
          </ac:spMkLst>
        </pc:spChg>
        <pc:spChg chg="del mod">
          <ac:chgData name="Mithilesh Satta" userId="c89bcbbc019c0d88" providerId="LiveId" clId="{9FB8001C-2030-4739-B767-B99D0E9C8EB7}" dt="2026-02-10T10:18:33.854" v="259" actId="478"/>
          <ac:spMkLst>
            <pc:docMk/>
            <pc:sldMk cId="2524764929" sldId="260"/>
            <ac:spMk id="3" creationId="{F52C6C47-6F14-FFDC-3C47-74835A2DE232}"/>
          </ac:spMkLst>
        </pc:spChg>
        <pc:spChg chg="add del mod">
          <ac:chgData name="Mithilesh Satta" userId="c89bcbbc019c0d88" providerId="LiveId" clId="{9FB8001C-2030-4739-B767-B99D0E9C8EB7}" dt="2026-02-10T10:21:29.022" v="260" actId="931"/>
          <ac:spMkLst>
            <pc:docMk/>
            <pc:sldMk cId="2524764929" sldId="260"/>
            <ac:spMk id="8" creationId="{F8C44985-76DF-7E31-2B29-FE136287AFDD}"/>
          </ac:spMkLst>
        </pc:spChg>
        <pc:spChg chg="add mod">
          <ac:chgData name="Mithilesh Satta" userId="c89bcbbc019c0d88" providerId="LiveId" clId="{9FB8001C-2030-4739-B767-B99D0E9C8EB7}" dt="2026-02-10T10:38:40.326" v="1047" actId="1076"/>
          <ac:spMkLst>
            <pc:docMk/>
            <pc:sldMk cId="2524764929" sldId="260"/>
            <ac:spMk id="11" creationId="{55623E76-92DB-BC7F-5D17-A27D53290914}"/>
          </ac:spMkLst>
        </pc:spChg>
        <pc:picChg chg="del">
          <ac:chgData name="Mithilesh Satta" userId="c89bcbbc019c0d88" providerId="LiveId" clId="{9FB8001C-2030-4739-B767-B99D0E9C8EB7}" dt="2026-02-10T10:17:44.868" v="254" actId="21"/>
          <ac:picMkLst>
            <pc:docMk/>
            <pc:sldMk cId="2524764929" sldId="260"/>
            <ac:picMk id="4" creationId="{19BAD22D-E6CF-4452-88E6-F1B895A02345}"/>
          </ac:picMkLst>
        </pc:picChg>
        <pc:picChg chg="del">
          <ac:chgData name="Mithilesh Satta" userId="c89bcbbc019c0d88" providerId="LiveId" clId="{9FB8001C-2030-4739-B767-B99D0E9C8EB7}" dt="2026-02-10T10:17:41.742" v="253" actId="21"/>
          <ac:picMkLst>
            <pc:docMk/>
            <pc:sldMk cId="2524764929" sldId="260"/>
            <ac:picMk id="5" creationId="{869009AD-CD1A-6A7C-DD35-421C9B1A60ED}"/>
          </ac:picMkLst>
        </pc:picChg>
        <pc:picChg chg="del">
          <ac:chgData name="Mithilesh Satta" userId="c89bcbbc019c0d88" providerId="LiveId" clId="{9FB8001C-2030-4739-B767-B99D0E9C8EB7}" dt="2026-02-10T10:17:39.653" v="252" actId="21"/>
          <ac:picMkLst>
            <pc:docMk/>
            <pc:sldMk cId="2524764929" sldId="260"/>
            <ac:picMk id="6" creationId="{5A3FF564-EE05-B5AF-1471-CFD83A9A0F89}"/>
          </ac:picMkLst>
        </pc:picChg>
        <pc:picChg chg="add mod ord">
          <ac:chgData name="Mithilesh Satta" userId="c89bcbbc019c0d88" providerId="LiveId" clId="{9FB8001C-2030-4739-B767-B99D0E9C8EB7}" dt="2026-02-10T10:38:50.531" v="1048" actId="1076"/>
          <ac:picMkLst>
            <pc:docMk/>
            <pc:sldMk cId="2524764929" sldId="260"/>
            <ac:picMk id="10" creationId="{F771E7A2-2E86-73B6-8493-28B9C466501D}"/>
          </ac:picMkLst>
        </pc:picChg>
      </pc:sldChg>
      <pc:sldChg chg="addSp delSp modSp new mod">
        <pc:chgData name="Mithilesh Satta" userId="c89bcbbc019c0d88" providerId="LiveId" clId="{9FB8001C-2030-4739-B767-B99D0E9C8EB7}" dt="2026-02-10T10:43:54.848" v="1154" actId="1076"/>
        <pc:sldMkLst>
          <pc:docMk/>
          <pc:sldMk cId="362847303" sldId="261"/>
        </pc:sldMkLst>
        <pc:spChg chg="mod">
          <ac:chgData name="Mithilesh Satta" userId="c89bcbbc019c0d88" providerId="LiveId" clId="{9FB8001C-2030-4739-B767-B99D0E9C8EB7}" dt="2026-02-10T10:43:54.848" v="1154" actId="1076"/>
          <ac:spMkLst>
            <pc:docMk/>
            <pc:sldMk cId="362847303" sldId="261"/>
            <ac:spMk id="2" creationId="{EA37DC91-6B67-CB47-8810-DFBC5B2BC557}"/>
          </ac:spMkLst>
        </pc:spChg>
        <pc:spChg chg="del">
          <ac:chgData name="Mithilesh Satta" userId="c89bcbbc019c0d88" providerId="LiveId" clId="{9FB8001C-2030-4739-B767-B99D0E9C8EB7}" dt="2026-02-10T10:42:05.853" v="1057"/>
          <ac:spMkLst>
            <pc:docMk/>
            <pc:sldMk cId="362847303" sldId="261"/>
            <ac:spMk id="3" creationId="{F548F3C2-43AA-72B2-832E-E4DA6AA5C52E}"/>
          </ac:spMkLst>
        </pc:spChg>
        <pc:spChg chg="add mod">
          <ac:chgData name="Mithilesh Satta" userId="c89bcbbc019c0d88" providerId="LiveId" clId="{9FB8001C-2030-4739-B767-B99D0E9C8EB7}" dt="2026-02-10T10:43:36.660" v="1153" actId="1076"/>
          <ac:spMkLst>
            <pc:docMk/>
            <pc:sldMk cId="362847303" sldId="261"/>
            <ac:spMk id="4" creationId="{88E61B6D-E4B8-C07C-2EDE-DA3A875EB605}"/>
          </ac:spMkLst>
        </pc:spChg>
      </pc:sldChg>
      <pc:sldChg chg="addSp modSp new mod">
        <pc:chgData name="Mithilesh Satta" userId="c89bcbbc019c0d88" providerId="LiveId" clId="{9FB8001C-2030-4739-B767-B99D0E9C8EB7}" dt="2026-02-10T10:48:39.444" v="1178" actId="14100"/>
        <pc:sldMkLst>
          <pc:docMk/>
          <pc:sldMk cId="3691617089" sldId="262"/>
        </pc:sldMkLst>
        <pc:spChg chg="mod">
          <ac:chgData name="Mithilesh Satta" userId="c89bcbbc019c0d88" providerId="LiveId" clId="{9FB8001C-2030-4739-B767-B99D0E9C8EB7}" dt="2026-02-10T10:45:00.236" v="1161" actId="1076"/>
          <ac:spMkLst>
            <pc:docMk/>
            <pc:sldMk cId="3691617089" sldId="262"/>
            <ac:spMk id="2" creationId="{BC1C2B70-5394-C097-76AD-9CA8772B634F}"/>
          </ac:spMkLst>
        </pc:spChg>
        <pc:spChg chg="mod">
          <ac:chgData name="Mithilesh Satta" userId="c89bcbbc019c0d88" providerId="LiveId" clId="{9FB8001C-2030-4739-B767-B99D0E9C8EB7}" dt="2026-02-10T10:48:30.875" v="1176" actId="1076"/>
          <ac:spMkLst>
            <pc:docMk/>
            <pc:sldMk cId="3691617089" sldId="262"/>
            <ac:spMk id="3" creationId="{CC51BC7E-EEBB-8EA3-4971-3A45E210275A}"/>
          </ac:spMkLst>
        </pc:spChg>
        <pc:picChg chg="add mod">
          <ac:chgData name="Mithilesh Satta" userId="c89bcbbc019c0d88" providerId="LiveId" clId="{9FB8001C-2030-4739-B767-B99D0E9C8EB7}" dt="2026-02-10T10:48:39.444" v="1178" actId="14100"/>
          <ac:picMkLst>
            <pc:docMk/>
            <pc:sldMk cId="3691617089" sldId="262"/>
            <ac:picMk id="5" creationId="{B5761820-40BD-552A-0B3B-F1FA363DEBF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ED44B2-9183-49AC-8B9E-5F781D64ABF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5EAFA7-05D6-4385-B2C6-7E60B111E8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737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5EAFA7-05D6-4385-B2C6-7E60B111E88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159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2D6E-BDC2-118D-393F-0CBCA8D5A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314C15-87FF-A2C2-E761-CEEB9A6A4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88E52-97BB-2874-8928-AF82B2D0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AF5E0-9BAF-4EE0-AEB3-12E610C6ACC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5C77E-BAA5-9194-39AC-03F5F2F8A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9EB81-89C8-7A5B-056F-D144177C0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23B2-1647-4AD6-8FF0-1A72C81C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056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13BB3-72E7-FE8C-3A58-3E6F2147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7D32C-AF6A-72F2-97AA-4E83AAC1D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DF85A-AFC6-0B26-4CAD-3847C4BEE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AF5E0-9BAF-4EE0-AEB3-12E610C6ACC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957CD-9346-CCD1-2EC4-53D3C2A96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861C4-355B-AD65-F089-2885C803E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23B2-1647-4AD6-8FF0-1A72C81C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73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C1D7E-9AB3-38C3-E72C-201DD016E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DD417-0744-AE59-B441-05433A8AB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33D1E-5D2E-DDD8-13A9-998CC8A6E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AF5E0-9BAF-4EE0-AEB3-12E610C6ACC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CAF2C-228C-7400-EE2B-AFAA164F5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5C1AD-CCD8-235A-3A21-082DFFEE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23B2-1647-4AD6-8FF0-1A72C81C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46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B1-47D4-103A-1975-2AB4F2D24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6398C-2F9F-E5B5-4773-19C9CFF14E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A2851-FA40-B8D3-9130-68679E60D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23071D-F300-D661-47E9-C5D3F9471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AF5E0-9BAF-4EE0-AEB3-12E610C6ACC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86024-9787-62F2-6F17-06506EE83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D52C5-1C45-D5C7-F9DE-283A3B3E7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23B2-1647-4AD6-8FF0-1A72C81C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20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EB4C-FBFE-EB3D-A23D-78C62D857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48D89-6E48-D7C3-B50C-85135432E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41F5A2-C042-2B1E-E4BF-A8E71FD6E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A8110E-7221-C806-5F91-0F7A68A11B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739802-EBE2-A126-76E9-F0F1FEA5F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924A99-D549-5831-02DD-A3033812C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AF5E0-9BAF-4EE0-AEB3-12E610C6ACC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9D5942-9D10-D22C-801C-88A9F1721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9CE14-4277-4E7E-661C-0A48A31BE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23B2-1647-4AD6-8FF0-1A72C81C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1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C3716-C5AC-EE68-3925-63D050CB6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46D81-00E4-C72D-2C79-5B25DC7A1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AF5E0-9BAF-4EE0-AEB3-12E610C6ACC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FFEE3E-5F70-D03C-0484-94028266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08B7F7-488D-B1FD-FED3-58DEDBF94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23B2-1647-4AD6-8FF0-1A72C81C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121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9404F4-A7DD-2188-DF85-0A2B2127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AF5E0-9BAF-4EE0-AEB3-12E610C6ACC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E7DD20-F5E3-67F7-255E-CA4644A56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06CD1-1AB5-EAEF-9D3A-BF02D116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23B2-1647-4AD6-8FF0-1A72C81C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1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443D1-04A3-7ADF-2001-D2E8BB920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BE449-E51B-EB4E-5B75-7DE9A8AA9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7724D-1010-08F9-CAA7-C417D2AAD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92990-BECD-0A60-E7EC-FCB84120D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AF5E0-9BAF-4EE0-AEB3-12E610C6ACC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59F77-B0AB-AA2F-90D9-BCAA30065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1D734-68DD-4679-0562-74FA7A55D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23B2-1647-4AD6-8FF0-1A72C81C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733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2453A-14C9-40C4-05DE-A4BD74631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678E69-5C5B-30F4-C29B-D6C581FE88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6EA27A-03F8-ABEC-BAC8-96D595F2B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4BF290-9941-0537-70E3-A4AFF7731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AF5E0-9BAF-4EE0-AEB3-12E610C6ACC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A10D7-A475-9860-F181-F7245E535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B452C-8833-1396-4B33-2FF100C8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23B2-1647-4AD6-8FF0-1A72C81C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29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386E-71FD-F6D5-C4AD-13538F692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E9743-DA7E-6FD8-EFE8-AD610EBEF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69D3-B6A5-DF25-AD16-1B77E737C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AF5E0-9BAF-4EE0-AEB3-12E610C6ACC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D2296-F0D5-C2EC-6DFA-BC8218490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7384D-9DC9-00D7-18DA-CA95AA64A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23B2-1647-4AD6-8FF0-1A72C81C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429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48948B-DAF5-C502-9383-313AF6CC7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9AB1EF-D7E6-0F40-9A43-CB8330FD1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1EDB0-3F83-FB82-F877-6B657903F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AF5E0-9BAF-4EE0-AEB3-12E610C6ACC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32364-10C5-19C0-3633-B0E964DC1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9901C-430B-7E5D-31B7-16D7B76C1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23B2-1647-4AD6-8FF0-1A72C81C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412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FB771-B1E9-72DD-A75E-343352E71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4D292-2922-FD0A-0305-441B7C380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C3134-C89E-10BE-31B7-E891E69783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AF5E0-9BAF-4EE0-AEB3-12E610C6ACC6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53023-8E60-EE12-1A5D-69F94BDFB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42CE-990F-1171-DBCC-52911C8CC4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8D23B2-1647-4AD6-8FF0-1A72C81C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08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D4682-49B8-CD6E-136C-B0F691776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940" y="3339"/>
            <a:ext cx="11690557" cy="719239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rial Black" panose="020B0A04020102020204" pitchFamily="34" charset="0"/>
              </a:rPr>
              <a:t>Titanic Survival Prediction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6310-37B0-B992-9686-DB0C23E3E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0825" y="719239"/>
            <a:ext cx="6617110" cy="429188"/>
          </a:xfrm>
        </p:spPr>
        <p:txBody>
          <a:bodyPr>
            <a:normAutofit/>
          </a:bodyPr>
          <a:lstStyle/>
          <a:p>
            <a:r>
              <a:rPr lang="en-IN" dirty="0"/>
              <a:t>A Comparative Analysis of Classification Models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3534AC3-BE6A-504D-E7F1-C95C6BE1D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940" y="6138761"/>
            <a:ext cx="45822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By: Mithilesh Satta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 Stack: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Python, Scikit-Learn, Pandas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C55C06-973D-7704-394F-FF2EB4DAB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048" y="1148427"/>
            <a:ext cx="6858000" cy="528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412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974C-D68A-B1B9-156A-0309FEF16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9892" y="12904"/>
            <a:ext cx="5072216" cy="66813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rial Black" panose="020B0A04020102020204" pitchFamily="34" charset="0"/>
              </a:rPr>
              <a:t>Project 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61B9EC-0E2A-FD18-9C5F-02E0C54F3A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3735" y="1061346"/>
            <a:ext cx="1058796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Challenge: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The Titanic shipwreck is one of history's most famous tragedies.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Predict passenger survival using machine learning based on socio-economic status, age, gender, and more.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ptos Narrow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ptos Narrow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ptos Narrow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ptos Narrow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ptos Narrow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ptos Narrow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ptos Narrow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Dataset: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Kaggle Competition Data (891 Training Samples)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Why it matters: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It is a classic problem for mastering data cleaning, feature engineering, and binary classification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498212-063C-FF67-C8DC-5FEDFD911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23816" y="607929"/>
            <a:ext cx="3367799" cy="653914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83242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46B1-5590-BA05-235C-A63303DE8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684" y="-64563"/>
            <a:ext cx="7981335" cy="942565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rial Black" panose="020B0A04020102020204" pitchFamily="34" charset="0"/>
              </a:rPr>
              <a:t>Exploratory Data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94C6E0-4F3A-5310-B996-60E4D465C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265" y="3342968"/>
            <a:ext cx="5466176" cy="3515032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B70D560-6436-EDDE-A185-3B0BD817A5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473" y="3749687"/>
            <a:ext cx="3902527" cy="2701593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E2A5C098-451F-C945-E1CB-E3322443B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14957"/>
            <a:ext cx="1229753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Gender: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Female survival rate (~74%) vs. Male (~18%).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Correlation: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Visualized that "Small Families" (1-3 members) survived more often than those "Alone" or in "Large Families.“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Class: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Pclass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1 (Upper) had highest survival;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Pclass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3 (Lower) had lowest.</a:t>
            </a:r>
          </a:p>
        </p:txBody>
      </p:sp>
    </p:spTree>
    <p:extLst>
      <p:ext uri="{BB962C8B-B14F-4D97-AF65-F5344CB8AC3E}">
        <p14:creationId xmlns:p14="http://schemas.microsoft.com/office/powerpoint/2010/main" val="49013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E20E1-0EAA-EC33-BA94-206E604C8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909" y="1"/>
            <a:ext cx="5857568" cy="845574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rial Black" panose="020B0A04020102020204" pitchFamily="34" charset="0"/>
              </a:rPr>
              <a:t>Feature Engineering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D7942E-D18D-AFB6-6E2D-56EEF8400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523" y="2898640"/>
            <a:ext cx="5266954" cy="3959360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97DD1EAE-D9A3-3D4C-EBC3-843F56503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8172" y="3429000"/>
            <a:ext cx="2667372" cy="263879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FA92D2E-7E7F-7C54-0EAC-A62725534A28}"/>
              </a:ext>
            </a:extLst>
          </p:cNvPr>
          <p:cNvSpPr txBox="1"/>
          <p:nvPr/>
        </p:nvSpPr>
        <p:spPr>
          <a:xfrm>
            <a:off x="158603" y="942525"/>
            <a:ext cx="1128417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Highlighting custom features created to boost accuracy:</a:t>
            </a:r>
          </a:p>
          <a:p>
            <a:endParaRPr lang="en-US" dirty="0"/>
          </a:p>
          <a:p>
            <a:r>
              <a:rPr lang="en-US" b="1" dirty="0"/>
              <a:t>1.Name Titles:</a:t>
            </a:r>
            <a:r>
              <a:rPr lang="en-US" dirty="0"/>
              <a:t> Extracted "</a:t>
            </a:r>
            <a:r>
              <a:rPr lang="en-US" dirty="0" err="1"/>
              <a:t>Mr</a:t>
            </a:r>
            <a:r>
              <a:rPr lang="en-US" dirty="0"/>
              <a:t>", "</a:t>
            </a:r>
            <a:r>
              <a:rPr lang="en-US" dirty="0" err="1"/>
              <a:t>Mrs</a:t>
            </a:r>
            <a:r>
              <a:rPr lang="en-US" dirty="0"/>
              <a:t>", "Miss", "Master" from names. Grouped rare titles like "Countess" or "Major" </a:t>
            </a:r>
          </a:p>
          <a:p>
            <a:r>
              <a:rPr lang="en-US" dirty="0"/>
              <a:t>                                   into "Noble/Military."</a:t>
            </a:r>
          </a:p>
          <a:p>
            <a:r>
              <a:rPr lang="en-US" b="1" dirty="0"/>
              <a:t>2.Family Grouping:</a:t>
            </a:r>
            <a:r>
              <a:rPr lang="en-US" dirty="0"/>
              <a:t> Combined Sibling and Parent counts into a single "Family Size" metric.</a:t>
            </a:r>
          </a:p>
          <a:p>
            <a:endParaRPr lang="en-US" dirty="0"/>
          </a:p>
          <a:p>
            <a:r>
              <a:rPr lang="en-US" b="1" dirty="0"/>
              <a:t>3.Binning:</a:t>
            </a:r>
            <a:r>
              <a:rPr lang="en-US" dirty="0"/>
              <a:t> Converted continuous variables (Age, Fare) into ordinal bins (Categories 0-7) to reduce model noise</a:t>
            </a:r>
          </a:p>
          <a:p>
            <a:r>
              <a:rPr lang="en-US" dirty="0"/>
              <a:t>                          and prevent overfitting.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0923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1003C-1EA6-8EF2-C1CB-99C7BE8F1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504" y="69942"/>
            <a:ext cx="8968991" cy="750242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rial Black" panose="020B0A04020102020204" pitchFamily="34" charset="0"/>
              </a:rPr>
              <a:t>The Machine Learning Pipeline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771E7A2-2E86-73B6-8493-28B9C46650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093" y="2767049"/>
            <a:ext cx="9045814" cy="38565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623E76-92DB-BC7F-5D17-A27D53290914}"/>
              </a:ext>
            </a:extLst>
          </p:cNvPr>
          <p:cNvSpPr txBox="1"/>
          <p:nvPr/>
        </p:nvSpPr>
        <p:spPr>
          <a:xfrm>
            <a:off x="1573093" y="1012723"/>
            <a:ext cx="770723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Visual representation of the workflow:</a:t>
            </a:r>
            <a:endParaRPr lang="en-US" dirty="0"/>
          </a:p>
          <a:p>
            <a:r>
              <a:rPr lang="en-US" b="1" dirty="0"/>
              <a:t>1.Imputation:</a:t>
            </a:r>
            <a:r>
              <a:rPr lang="en-US" dirty="0"/>
              <a:t> Filling missing Age/Embarked data.</a:t>
            </a:r>
          </a:p>
          <a:p>
            <a:r>
              <a:rPr lang="en-US" b="1" dirty="0"/>
              <a:t>2.Encoding:</a:t>
            </a:r>
            <a:r>
              <a:rPr lang="en-US" dirty="0"/>
              <a:t> Converting text (Male/Female) to numbers (0/1).</a:t>
            </a:r>
          </a:p>
          <a:p>
            <a:r>
              <a:rPr lang="en-US" b="1" dirty="0"/>
              <a:t>3.Transformation:</a:t>
            </a:r>
            <a:r>
              <a:rPr lang="en-US" dirty="0"/>
              <a:t> Using </a:t>
            </a:r>
            <a:r>
              <a:rPr lang="en-US" dirty="0" err="1"/>
              <a:t>ColumnTransformer</a:t>
            </a:r>
            <a:r>
              <a:rPr lang="en-US" dirty="0"/>
              <a:t> to process all features at once.</a:t>
            </a:r>
          </a:p>
          <a:p>
            <a:r>
              <a:rPr lang="en-US" b="1" dirty="0"/>
              <a:t>4.Reasoning:</a:t>
            </a:r>
            <a:r>
              <a:rPr lang="en-US" dirty="0"/>
              <a:t> Ensures data processed in training is identical to testing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4764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7DC91-6B67-CB47-8810-DFBC5B2BC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745" y="412955"/>
            <a:ext cx="4864510" cy="490281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Arial Black" panose="020B0A04020102020204" pitchFamily="34" charset="0"/>
              </a:rPr>
              <a:t>Models &amp; Tuning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E61B6D-E4B8-C07C-2EDE-DA3A875EB6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8377" y="2274838"/>
            <a:ext cx="1143524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Tested: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Random Forest, Decision Tree, KNN, SVC, Logistic Regression, Gaussian Naive Bayes.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</a:t>
            </a:r>
            <a:r>
              <a:rPr lang="en-US" altLang="en-US" sz="1800" dirty="0">
                <a:latin typeface="Arial" panose="020B0604020202020204" pitchFamily="34" charset="0"/>
              </a:rPr>
              <a:t>d </a:t>
            </a:r>
            <a:r>
              <a:rPr lang="en-US" altLang="en-US" sz="1800" dirty="0" err="1">
                <a:latin typeface="Arial" panose="020B0604020202020204" pitchFamily="34" charset="0"/>
              </a:rPr>
              <a:t>GridSearchCV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does: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Tests thousands of combinations of settings (hyperparameters) to find the mathematically "best“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version of each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Cross-Validation (5-folds) to ensure the model wasn't just memorizing the data.</a:t>
            </a:r>
          </a:p>
        </p:txBody>
      </p:sp>
    </p:spTree>
    <p:extLst>
      <p:ext uri="{BB962C8B-B14F-4D97-AF65-F5344CB8AC3E}">
        <p14:creationId xmlns:p14="http://schemas.microsoft.com/office/powerpoint/2010/main" val="362847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C2B70-5394-C097-76AD-9CA8772B6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994" y="396567"/>
            <a:ext cx="6309852" cy="56894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Results &amp; Conclusion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1BC7E-EEBB-8EA3-4971-3A45E2102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3" y="789192"/>
            <a:ext cx="10515600" cy="4367828"/>
          </a:xfrm>
        </p:spPr>
        <p:txBody>
          <a:bodyPr/>
          <a:lstStyle/>
          <a:p>
            <a:r>
              <a:rPr lang="en-US" sz="1800" b="1" dirty="0"/>
              <a:t>Top Performer:</a:t>
            </a:r>
            <a:r>
              <a:rPr lang="en-US" sz="1800" dirty="0"/>
              <a:t> Random Forest Classifier (or whichever scored best for you).</a:t>
            </a:r>
          </a:p>
          <a:p>
            <a:r>
              <a:rPr lang="en-US" sz="1800" b="1" dirty="0"/>
              <a:t>Accuracy Achieved:</a:t>
            </a:r>
            <a:r>
              <a:rPr lang="en-US" sz="1800" dirty="0"/>
              <a:t> ~78-82% (Validation Score).</a:t>
            </a:r>
          </a:p>
          <a:p>
            <a:r>
              <a:rPr lang="en-US" sz="1800" b="1" dirty="0"/>
              <a:t>Future Improvements:</a:t>
            </a:r>
            <a:r>
              <a:rPr lang="en-US" sz="1800" dirty="0"/>
              <a:t> Could further analyze ticket prefixes or use Ensemble methods (combining models).</a:t>
            </a:r>
          </a:p>
          <a:p>
            <a:r>
              <a:rPr lang="en-US" sz="1800" b="1" dirty="0"/>
              <a:t>Closing:</a:t>
            </a:r>
            <a:r>
              <a:rPr lang="en-US" sz="1800" dirty="0"/>
              <a:t> "This project demonstrated the importance of feature engineering over raw data processing."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761820-40BD-552A-0B3B-F1FA363DE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13" y="2861187"/>
            <a:ext cx="10515600" cy="372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617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443</Words>
  <Application>Microsoft Office PowerPoint</Application>
  <PresentationFormat>Widescreen</PresentationFormat>
  <Paragraphs>61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Aptos Narrow</vt:lpstr>
      <vt:lpstr>Arial</vt:lpstr>
      <vt:lpstr>Arial Black</vt:lpstr>
      <vt:lpstr>Office Theme</vt:lpstr>
      <vt:lpstr>Titanic Survival Prediction Project</vt:lpstr>
      <vt:lpstr>Project Objective</vt:lpstr>
      <vt:lpstr>Exploratory Data Analysis</vt:lpstr>
      <vt:lpstr>Feature Engineering </vt:lpstr>
      <vt:lpstr>The Machine Learning Pipeline</vt:lpstr>
      <vt:lpstr>Models &amp; Tuning</vt:lpstr>
      <vt:lpstr>Results &amp;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Mithilesh Satta</dc:creator>
  <cp:lastModifiedBy>Mithilesh Satta</cp:lastModifiedBy>
  <cp:revision>1</cp:revision>
  <dcterms:created xsi:type="dcterms:W3CDTF">2026-02-10T09:55:59Z</dcterms:created>
  <dcterms:modified xsi:type="dcterms:W3CDTF">2026-02-10T10:48:43Z</dcterms:modified>
</cp:coreProperties>
</file>